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Raleway Black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iKv/6NJoyfxw+FhX8an0MlRcmF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RalewayBlack-boldItalic.fntdata"/><Relationship Id="rId23" Type="http://schemas.openxmlformats.org/officeDocument/2006/relationships/font" Target="fonts/RalewayBlac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2094b643c_1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c2094b643c_14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2094b643c_1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c2094b643c_14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e4c7d762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ae4c7d7629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e4c7d762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3ae4c7d7629_0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e4c7d762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ae4c7d7629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4c7d7629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ae4c7d7629_0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e4c7d762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ae4c7d7629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e4c7d762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ae4c7d7629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e4c7d762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ae4c7d7629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e4c7d7629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ae4c7d7629_0_2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044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 rot="10800000">
            <a:off x="8781568" y="5722890"/>
            <a:ext cx="10205074" cy="10711432"/>
          </a:xfrm>
          <a:custGeom>
            <a:rect b="b" l="l" r="r" t="t"/>
            <a:pathLst>
              <a:path extrusionOk="0" h="10711432" w="10205074">
                <a:moveTo>
                  <a:pt x="0" y="0"/>
                </a:moveTo>
                <a:lnTo>
                  <a:pt x="10205073" y="0"/>
                </a:lnTo>
                <a:lnTo>
                  <a:pt x="10205073" y="10711432"/>
                </a:lnTo>
                <a:lnTo>
                  <a:pt x="0" y="10711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85" name="Google Shape;8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233" y="916614"/>
            <a:ext cx="6781814" cy="117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91833" y="9096137"/>
            <a:ext cx="1479189" cy="965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87600" y="355127"/>
            <a:ext cx="5170073" cy="3432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C3BFF"/>
            </a:gs>
            <a:gs pos="100000">
              <a:srgbClr val="B664F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c2094b643c_14_11"/>
          <p:cNvGrpSpPr/>
          <p:nvPr/>
        </p:nvGrpSpPr>
        <p:grpSpPr>
          <a:xfrm rot="5883542">
            <a:off x="4121719" y="-4781818"/>
            <a:ext cx="9671837" cy="20225747"/>
            <a:chOff x="0" y="-38100"/>
            <a:chExt cx="2547300" cy="5326914"/>
          </a:xfrm>
        </p:grpSpPr>
        <p:sp>
          <p:nvSpPr>
            <p:cNvPr id="93" name="Google Shape;93;g3c2094b643c_14_11"/>
            <p:cNvSpPr/>
            <p:nvPr/>
          </p:nvSpPr>
          <p:spPr>
            <a:xfrm>
              <a:off x="0" y="0"/>
              <a:ext cx="2547228" cy="5288814"/>
            </a:xfrm>
            <a:custGeom>
              <a:rect b="b" l="l" r="r" t="t"/>
              <a:pathLst>
                <a:path extrusionOk="0" h="5288814" w="2547228">
                  <a:moveTo>
                    <a:pt x="44827" y="0"/>
                  </a:moveTo>
                  <a:lnTo>
                    <a:pt x="2502401" y="0"/>
                  </a:lnTo>
                  <a:cubicBezTo>
                    <a:pt x="2527158" y="0"/>
                    <a:pt x="2547228" y="20070"/>
                    <a:pt x="2547228" y="44827"/>
                  </a:cubicBezTo>
                  <a:lnTo>
                    <a:pt x="2547228" y="5243987"/>
                  </a:lnTo>
                  <a:cubicBezTo>
                    <a:pt x="2547228" y="5255875"/>
                    <a:pt x="2542505" y="5267277"/>
                    <a:pt x="2534098" y="5275684"/>
                  </a:cubicBezTo>
                  <a:cubicBezTo>
                    <a:pt x="2525692" y="5284091"/>
                    <a:pt x="2514290" y="5288814"/>
                    <a:pt x="2502401" y="5288814"/>
                  </a:cubicBezTo>
                  <a:lnTo>
                    <a:pt x="44827" y="5288814"/>
                  </a:lnTo>
                  <a:cubicBezTo>
                    <a:pt x="32938" y="5288814"/>
                    <a:pt x="21536" y="5284091"/>
                    <a:pt x="13130" y="5275684"/>
                  </a:cubicBezTo>
                  <a:cubicBezTo>
                    <a:pt x="4723" y="5267277"/>
                    <a:pt x="0" y="5255875"/>
                    <a:pt x="0" y="5243987"/>
                  </a:cubicBezTo>
                  <a:lnTo>
                    <a:pt x="0" y="44827"/>
                  </a:lnTo>
                  <a:cubicBezTo>
                    <a:pt x="0" y="20070"/>
                    <a:pt x="20070" y="0"/>
                    <a:pt x="44827" y="0"/>
                  </a:cubicBezTo>
                  <a:close/>
                </a:path>
              </a:pathLst>
            </a:custGeom>
            <a:gradFill>
              <a:gsLst>
                <a:gs pos="0">
                  <a:srgbClr val="5C3BFF"/>
                </a:gs>
                <a:gs pos="100000">
                  <a:srgbClr val="B664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c2094b643c_14_11"/>
            <p:cNvSpPr txBox="1"/>
            <p:nvPr/>
          </p:nvSpPr>
          <p:spPr>
            <a:xfrm>
              <a:off x="0" y="-38100"/>
              <a:ext cx="2547300" cy="53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5" name="Google Shape;95;g3c2094b643c_14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00833"/>
            <a:ext cx="6781817" cy="117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c2094b643c_14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87600" y="355127"/>
            <a:ext cx="5170072" cy="3432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c2094b643c_14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94939" y="8975418"/>
            <a:ext cx="1385321" cy="904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C3BFF"/>
            </a:gs>
            <a:gs pos="100000">
              <a:srgbClr val="B664F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g3c2094b643c_14_2"/>
          <p:cNvGrpSpPr/>
          <p:nvPr/>
        </p:nvGrpSpPr>
        <p:grpSpPr>
          <a:xfrm rot="5883542">
            <a:off x="4121719" y="-4781818"/>
            <a:ext cx="9671837" cy="20225747"/>
            <a:chOff x="0" y="-38100"/>
            <a:chExt cx="2547300" cy="5326914"/>
          </a:xfrm>
        </p:grpSpPr>
        <p:sp>
          <p:nvSpPr>
            <p:cNvPr id="103" name="Google Shape;103;g3c2094b643c_14_2"/>
            <p:cNvSpPr/>
            <p:nvPr/>
          </p:nvSpPr>
          <p:spPr>
            <a:xfrm>
              <a:off x="0" y="0"/>
              <a:ext cx="2547228" cy="5288814"/>
            </a:xfrm>
            <a:custGeom>
              <a:rect b="b" l="l" r="r" t="t"/>
              <a:pathLst>
                <a:path extrusionOk="0" h="5288814" w="2547228">
                  <a:moveTo>
                    <a:pt x="44827" y="0"/>
                  </a:moveTo>
                  <a:lnTo>
                    <a:pt x="2502401" y="0"/>
                  </a:lnTo>
                  <a:cubicBezTo>
                    <a:pt x="2527158" y="0"/>
                    <a:pt x="2547228" y="20070"/>
                    <a:pt x="2547228" y="44827"/>
                  </a:cubicBezTo>
                  <a:lnTo>
                    <a:pt x="2547228" y="5243987"/>
                  </a:lnTo>
                  <a:cubicBezTo>
                    <a:pt x="2547228" y="5255875"/>
                    <a:pt x="2542505" y="5267277"/>
                    <a:pt x="2534098" y="5275684"/>
                  </a:cubicBezTo>
                  <a:cubicBezTo>
                    <a:pt x="2525692" y="5284091"/>
                    <a:pt x="2514290" y="5288814"/>
                    <a:pt x="2502401" y="5288814"/>
                  </a:cubicBezTo>
                  <a:lnTo>
                    <a:pt x="44827" y="5288814"/>
                  </a:lnTo>
                  <a:cubicBezTo>
                    <a:pt x="32938" y="5288814"/>
                    <a:pt x="21536" y="5284091"/>
                    <a:pt x="13130" y="5275684"/>
                  </a:cubicBezTo>
                  <a:cubicBezTo>
                    <a:pt x="4723" y="5267277"/>
                    <a:pt x="0" y="5255875"/>
                    <a:pt x="0" y="5243987"/>
                  </a:cubicBezTo>
                  <a:lnTo>
                    <a:pt x="0" y="44827"/>
                  </a:lnTo>
                  <a:cubicBezTo>
                    <a:pt x="0" y="20070"/>
                    <a:pt x="20070" y="0"/>
                    <a:pt x="44827" y="0"/>
                  </a:cubicBezTo>
                  <a:close/>
                </a:path>
              </a:pathLst>
            </a:custGeom>
            <a:gradFill>
              <a:gsLst>
                <a:gs pos="0">
                  <a:srgbClr val="5C3BFF"/>
                </a:gs>
                <a:gs pos="100000">
                  <a:srgbClr val="B664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c2094b643c_14_2"/>
            <p:cNvSpPr txBox="1"/>
            <p:nvPr/>
          </p:nvSpPr>
          <p:spPr>
            <a:xfrm>
              <a:off x="0" y="-38100"/>
              <a:ext cx="2547300" cy="53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5" name="Google Shape;105;g3c2094b643c_14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00833"/>
            <a:ext cx="6781817" cy="117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c2094b643c_14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87600" y="355127"/>
            <a:ext cx="5170072" cy="3432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c2094b643c_14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94939" y="8975418"/>
            <a:ext cx="1385321" cy="904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044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10125273" y="-4197855"/>
            <a:ext cx="9706877" cy="10188516"/>
          </a:xfrm>
          <a:custGeom>
            <a:rect b="b" l="l" r="r" t="t"/>
            <a:pathLst>
              <a:path extrusionOk="0" h="10188516" w="9706877">
                <a:moveTo>
                  <a:pt x="0" y="0"/>
                </a:moveTo>
                <a:lnTo>
                  <a:pt x="9706878" y="0"/>
                </a:lnTo>
                <a:lnTo>
                  <a:pt x="9706878" y="10188516"/>
                </a:lnTo>
                <a:lnTo>
                  <a:pt x="0" y="10188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13" name="Google Shape;11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233" y="916614"/>
            <a:ext cx="6781814" cy="117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91833" y="9096137"/>
            <a:ext cx="1479189" cy="965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87600" y="355127"/>
            <a:ext cx="5170073" cy="3432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C3BFF"/>
            </a:gs>
            <a:gs pos="100000">
              <a:srgbClr val="B664F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g3ae4c7d7629_0_18"/>
          <p:cNvGrpSpPr/>
          <p:nvPr/>
        </p:nvGrpSpPr>
        <p:grpSpPr>
          <a:xfrm rot="5883542">
            <a:off x="4121719" y="-4781818"/>
            <a:ext cx="9671837" cy="20225747"/>
            <a:chOff x="0" y="-38100"/>
            <a:chExt cx="2547300" cy="5326914"/>
          </a:xfrm>
        </p:grpSpPr>
        <p:sp>
          <p:nvSpPr>
            <p:cNvPr id="121" name="Google Shape;121;g3ae4c7d7629_0_18"/>
            <p:cNvSpPr/>
            <p:nvPr/>
          </p:nvSpPr>
          <p:spPr>
            <a:xfrm>
              <a:off x="0" y="0"/>
              <a:ext cx="2547228" cy="5288814"/>
            </a:xfrm>
            <a:custGeom>
              <a:rect b="b" l="l" r="r" t="t"/>
              <a:pathLst>
                <a:path extrusionOk="0" h="5288814" w="2547228">
                  <a:moveTo>
                    <a:pt x="44827" y="0"/>
                  </a:moveTo>
                  <a:lnTo>
                    <a:pt x="2502401" y="0"/>
                  </a:lnTo>
                  <a:cubicBezTo>
                    <a:pt x="2527158" y="0"/>
                    <a:pt x="2547228" y="20070"/>
                    <a:pt x="2547228" y="44827"/>
                  </a:cubicBezTo>
                  <a:lnTo>
                    <a:pt x="2547228" y="5243987"/>
                  </a:lnTo>
                  <a:cubicBezTo>
                    <a:pt x="2547228" y="5255875"/>
                    <a:pt x="2542505" y="5267277"/>
                    <a:pt x="2534098" y="5275684"/>
                  </a:cubicBezTo>
                  <a:cubicBezTo>
                    <a:pt x="2525692" y="5284091"/>
                    <a:pt x="2514290" y="5288814"/>
                    <a:pt x="2502401" y="5288814"/>
                  </a:cubicBezTo>
                  <a:lnTo>
                    <a:pt x="44827" y="5288814"/>
                  </a:lnTo>
                  <a:cubicBezTo>
                    <a:pt x="32938" y="5288814"/>
                    <a:pt x="21536" y="5284091"/>
                    <a:pt x="13130" y="5275684"/>
                  </a:cubicBezTo>
                  <a:cubicBezTo>
                    <a:pt x="4723" y="5267277"/>
                    <a:pt x="0" y="5255875"/>
                    <a:pt x="0" y="5243987"/>
                  </a:cubicBezTo>
                  <a:lnTo>
                    <a:pt x="0" y="44827"/>
                  </a:lnTo>
                  <a:cubicBezTo>
                    <a:pt x="0" y="20070"/>
                    <a:pt x="20070" y="0"/>
                    <a:pt x="44827" y="0"/>
                  </a:cubicBezTo>
                  <a:close/>
                </a:path>
              </a:pathLst>
            </a:custGeom>
            <a:gradFill>
              <a:gsLst>
                <a:gs pos="0">
                  <a:srgbClr val="5C3BFF"/>
                </a:gs>
                <a:gs pos="100000">
                  <a:srgbClr val="B664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ae4c7d7629_0_18"/>
            <p:cNvSpPr txBox="1"/>
            <p:nvPr/>
          </p:nvSpPr>
          <p:spPr>
            <a:xfrm>
              <a:off x="0" y="-38100"/>
              <a:ext cx="2547300" cy="53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3" name="Google Shape;123;g3ae4c7d7629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00833"/>
            <a:ext cx="6781817" cy="117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ae4c7d7629_0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87600" y="355127"/>
            <a:ext cx="5170072" cy="3432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ae4c7d7629_0_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94939" y="8975418"/>
            <a:ext cx="1385321" cy="904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C3BFF"/>
            </a:gs>
            <a:gs pos="100000">
              <a:srgbClr val="B664F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g3ae4c7d7629_0_178"/>
          <p:cNvGrpSpPr/>
          <p:nvPr/>
        </p:nvGrpSpPr>
        <p:grpSpPr>
          <a:xfrm rot="5883542">
            <a:off x="4121719" y="-4781818"/>
            <a:ext cx="9671837" cy="20225747"/>
            <a:chOff x="0" y="-38100"/>
            <a:chExt cx="2547300" cy="5326914"/>
          </a:xfrm>
        </p:grpSpPr>
        <p:sp>
          <p:nvSpPr>
            <p:cNvPr id="131" name="Google Shape;131;g3ae4c7d7629_0_178"/>
            <p:cNvSpPr/>
            <p:nvPr/>
          </p:nvSpPr>
          <p:spPr>
            <a:xfrm>
              <a:off x="0" y="0"/>
              <a:ext cx="2547228" cy="5288814"/>
            </a:xfrm>
            <a:custGeom>
              <a:rect b="b" l="l" r="r" t="t"/>
              <a:pathLst>
                <a:path extrusionOk="0" h="5288814" w="2547228">
                  <a:moveTo>
                    <a:pt x="44827" y="0"/>
                  </a:moveTo>
                  <a:lnTo>
                    <a:pt x="2502401" y="0"/>
                  </a:lnTo>
                  <a:cubicBezTo>
                    <a:pt x="2527158" y="0"/>
                    <a:pt x="2547228" y="20070"/>
                    <a:pt x="2547228" y="44827"/>
                  </a:cubicBezTo>
                  <a:lnTo>
                    <a:pt x="2547228" y="5243987"/>
                  </a:lnTo>
                  <a:cubicBezTo>
                    <a:pt x="2547228" y="5255875"/>
                    <a:pt x="2542505" y="5267277"/>
                    <a:pt x="2534098" y="5275684"/>
                  </a:cubicBezTo>
                  <a:cubicBezTo>
                    <a:pt x="2525692" y="5284091"/>
                    <a:pt x="2514290" y="5288814"/>
                    <a:pt x="2502401" y="5288814"/>
                  </a:cubicBezTo>
                  <a:lnTo>
                    <a:pt x="44827" y="5288814"/>
                  </a:lnTo>
                  <a:cubicBezTo>
                    <a:pt x="32938" y="5288814"/>
                    <a:pt x="21536" y="5284091"/>
                    <a:pt x="13130" y="5275684"/>
                  </a:cubicBezTo>
                  <a:cubicBezTo>
                    <a:pt x="4723" y="5267277"/>
                    <a:pt x="0" y="5255875"/>
                    <a:pt x="0" y="5243987"/>
                  </a:cubicBezTo>
                  <a:lnTo>
                    <a:pt x="0" y="44827"/>
                  </a:lnTo>
                  <a:cubicBezTo>
                    <a:pt x="0" y="20070"/>
                    <a:pt x="20070" y="0"/>
                    <a:pt x="44827" y="0"/>
                  </a:cubicBezTo>
                  <a:close/>
                </a:path>
              </a:pathLst>
            </a:custGeom>
            <a:gradFill>
              <a:gsLst>
                <a:gs pos="0">
                  <a:srgbClr val="5C3BFF"/>
                </a:gs>
                <a:gs pos="100000">
                  <a:srgbClr val="B664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g3ae4c7d7629_0_178"/>
            <p:cNvSpPr txBox="1"/>
            <p:nvPr/>
          </p:nvSpPr>
          <p:spPr>
            <a:xfrm>
              <a:off x="0" y="-38100"/>
              <a:ext cx="2547300" cy="53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3" name="Google Shape;133;g3ae4c7d7629_0_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00833"/>
            <a:ext cx="6781817" cy="117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ae4c7d7629_0_1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87600" y="355127"/>
            <a:ext cx="5170072" cy="3432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ae4c7d7629_0_1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94939" y="8975418"/>
            <a:ext cx="1385321" cy="904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C3BFF"/>
            </a:gs>
            <a:gs pos="100000">
              <a:srgbClr val="B664F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g3ae4c7d7629_0_34"/>
          <p:cNvGrpSpPr/>
          <p:nvPr/>
        </p:nvGrpSpPr>
        <p:grpSpPr>
          <a:xfrm rot="5883542">
            <a:off x="4121719" y="-4781818"/>
            <a:ext cx="9671837" cy="20225747"/>
            <a:chOff x="0" y="-38100"/>
            <a:chExt cx="2547300" cy="5326914"/>
          </a:xfrm>
        </p:grpSpPr>
        <p:sp>
          <p:nvSpPr>
            <p:cNvPr id="141" name="Google Shape;141;g3ae4c7d7629_0_34"/>
            <p:cNvSpPr/>
            <p:nvPr/>
          </p:nvSpPr>
          <p:spPr>
            <a:xfrm>
              <a:off x="0" y="0"/>
              <a:ext cx="2547228" cy="5288814"/>
            </a:xfrm>
            <a:custGeom>
              <a:rect b="b" l="l" r="r" t="t"/>
              <a:pathLst>
                <a:path extrusionOk="0" h="5288814" w="2547228">
                  <a:moveTo>
                    <a:pt x="44827" y="0"/>
                  </a:moveTo>
                  <a:lnTo>
                    <a:pt x="2502401" y="0"/>
                  </a:lnTo>
                  <a:cubicBezTo>
                    <a:pt x="2527158" y="0"/>
                    <a:pt x="2547228" y="20070"/>
                    <a:pt x="2547228" y="44827"/>
                  </a:cubicBezTo>
                  <a:lnTo>
                    <a:pt x="2547228" y="5243987"/>
                  </a:lnTo>
                  <a:cubicBezTo>
                    <a:pt x="2547228" y="5255875"/>
                    <a:pt x="2542505" y="5267277"/>
                    <a:pt x="2534098" y="5275684"/>
                  </a:cubicBezTo>
                  <a:cubicBezTo>
                    <a:pt x="2525692" y="5284091"/>
                    <a:pt x="2514290" y="5288814"/>
                    <a:pt x="2502401" y="5288814"/>
                  </a:cubicBezTo>
                  <a:lnTo>
                    <a:pt x="44827" y="5288814"/>
                  </a:lnTo>
                  <a:cubicBezTo>
                    <a:pt x="32938" y="5288814"/>
                    <a:pt x="21536" y="5284091"/>
                    <a:pt x="13130" y="5275684"/>
                  </a:cubicBezTo>
                  <a:cubicBezTo>
                    <a:pt x="4723" y="5267277"/>
                    <a:pt x="0" y="5255875"/>
                    <a:pt x="0" y="5243987"/>
                  </a:cubicBezTo>
                  <a:lnTo>
                    <a:pt x="0" y="44827"/>
                  </a:lnTo>
                  <a:cubicBezTo>
                    <a:pt x="0" y="20070"/>
                    <a:pt x="20070" y="0"/>
                    <a:pt x="44827" y="0"/>
                  </a:cubicBezTo>
                  <a:close/>
                </a:path>
              </a:pathLst>
            </a:custGeom>
            <a:gradFill>
              <a:gsLst>
                <a:gs pos="0">
                  <a:srgbClr val="5C3BFF"/>
                </a:gs>
                <a:gs pos="100000">
                  <a:srgbClr val="B664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ae4c7d7629_0_34"/>
            <p:cNvSpPr txBox="1"/>
            <p:nvPr/>
          </p:nvSpPr>
          <p:spPr>
            <a:xfrm>
              <a:off x="0" y="-38100"/>
              <a:ext cx="2547300" cy="53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3" name="Google Shape;143;g3ae4c7d7629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00833"/>
            <a:ext cx="6781817" cy="117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ae4c7d7629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87600" y="355127"/>
            <a:ext cx="5170072" cy="3432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ae4c7d7629_0_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94939" y="8975418"/>
            <a:ext cx="1385321" cy="904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C3BFF"/>
            </a:gs>
            <a:gs pos="100000">
              <a:srgbClr val="B664F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g3ae4c7d7629_0_196"/>
          <p:cNvGrpSpPr/>
          <p:nvPr/>
        </p:nvGrpSpPr>
        <p:grpSpPr>
          <a:xfrm rot="5883542">
            <a:off x="4121719" y="-4781818"/>
            <a:ext cx="9671837" cy="20225747"/>
            <a:chOff x="0" y="-38100"/>
            <a:chExt cx="2547300" cy="5326914"/>
          </a:xfrm>
        </p:grpSpPr>
        <p:sp>
          <p:nvSpPr>
            <p:cNvPr id="151" name="Google Shape;151;g3ae4c7d7629_0_196"/>
            <p:cNvSpPr/>
            <p:nvPr/>
          </p:nvSpPr>
          <p:spPr>
            <a:xfrm>
              <a:off x="0" y="0"/>
              <a:ext cx="2547228" cy="5288814"/>
            </a:xfrm>
            <a:custGeom>
              <a:rect b="b" l="l" r="r" t="t"/>
              <a:pathLst>
                <a:path extrusionOk="0" h="5288814" w="2547228">
                  <a:moveTo>
                    <a:pt x="44827" y="0"/>
                  </a:moveTo>
                  <a:lnTo>
                    <a:pt x="2502401" y="0"/>
                  </a:lnTo>
                  <a:cubicBezTo>
                    <a:pt x="2527158" y="0"/>
                    <a:pt x="2547228" y="20070"/>
                    <a:pt x="2547228" y="44827"/>
                  </a:cubicBezTo>
                  <a:lnTo>
                    <a:pt x="2547228" y="5243987"/>
                  </a:lnTo>
                  <a:cubicBezTo>
                    <a:pt x="2547228" y="5255875"/>
                    <a:pt x="2542505" y="5267277"/>
                    <a:pt x="2534098" y="5275684"/>
                  </a:cubicBezTo>
                  <a:cubicBezTo>
                    <a:pt x="2525692" y="5284091"/>
                    <a:pt x="2514290" y="5288814"/>
                    <a:pt x="2502401" y="5288814"/>
                  </a:cubicBezTo>
                  <a:lnTo>
                    <a:pt x="44827" y="5288814"/>
                  </a:lnTo>
                  <a:cubicBezTo>
                    <a:pt x="32938" y="5288814"/>
                    <a:pt x="21536" y="5284091"/>
                    <a:pt x="13130" y="5275684"/>
                  </a:cubicBezTo>
                  <a:cubicBezTo>
                    <a:pt x="4723" y="5267277"/>
                    <a:pt x="0" y="5255875"/>
                    <a:pt x="0" y="5243987"/>
                  </a:cubicBezTo>
                  <a:lnTo>
                    <a:pt x="0" y="44827"/>
                  </a:lnTo>
                  <a:cubicBezTo>
                    <a:pt x="0" y="20070"/>
                    <a:pt x="20070" y="0"/>
                    <a:pt x="44827" y="0"/>
                  </a:cubicBezTo>
                  <a:close/>
                </a:path>
              </a:pathLst>
            </a:custGeom>
            <a:gradFill>
              <a:gsLst>
                <a:gs pos="0">
                  <a:srgbClr val="5C3BFF"/>
                </a:gs>
                <a:gs pos="100000">
                  <a:srgbClr val="B664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g3ae4c7d7629_0_196"/>
            <p:cNvSpPr txBox="1"/>
            <p:nvPr/>
          </p:nvSpPr>
          <p:spPr>
            <a:xfrm>
              <a:off x="0" y="-38100"/>
              <a:ext cx="2547300" cy="53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3" name="Google Shape;153;g3ae4c7d7629_0_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00833"/>
            <a:ext cx="6781817" cy="117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ae4c7d7629_0_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87600" y="355127"/>
            <a:ext cx="5170072" cy="3432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ae4c7d7629_0_1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94939" y="8975418"/>
            <a:ext cx="1385321" cy="904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044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e4c7d7629_0_46"/>
          <p:cNvSpPr/>
          <p:nvPr/>
        </p:nvSpPr>
        <p:spPr>
          <a:xfrm>
            <a:off x="10125273" y="-4197855"/>
            <a:ext cx="9706877" cy="10188516"/>
          </a:xfrm>
          <a:custGeom>
            <a:rect b="b" l="l" r="r" t="t"/>
            <a:pathLst>
              <a:path extrusionOk="0" h="10188516" w="9706877">
                <a:moveTo>
                  <a:pt x="0" y="0"/>
                </a:moveTo>
                <a:lnTo>
                  <a:pt x="9706878" y="0"/>
                </a:lnTo>
                <a:lnTo>
                  <a:pt x="9706878" y="10188516"/>
                </a:lnTo>
                <a:lnTo>
                  <a:pt x="0" y="10188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61" name="Google Shape;161;g3ae4c7d7629_0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233" y="916614"/>
            <a:ext cx="6781817" cy="117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ae4c7d7629_0_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91833" y="9096137"/>
            <a:ext cx="1479189" cy="965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ae4c7d7629_0_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87600" y="355127"/>
            <a:ext cx="5170072" cy="3432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C3BFF"/>
            </a:gs>
            <a:gs pos="100000">
              <a:srgbClr val="B664F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g3ae4c7d7629_0_81"/>
          <p:cNvGrpSpPr/>
          <p:nvPr/>
        </p:nvGrpSpPr>
        <p:grpSpPr>
          <a:xfrm rot="5883542">
            <a:off x="4121719" y="-4781818"/>
            <a:ext cx="9671837" cy="20225747"/>
            <a:chOff x="0" y="-38100"/>
            <a:chExt cx="2547300" cy="5326914"/>
          </a:xfrm>
        </p:grpSpPr>
        <p:sp>
          <p:nvSpPr>
            <p:cNvPr id="169" name="Google Shape;169;g3ae4c7d7629_0_81"/>
            <p:cNvSpPr/>
            <p:nvPr/>
          </p:nvSpPr>
          <p:spPr>
            <a:xfrm>
              <a:off x="0" y="0"/>
              <a:ext cx="2547228" cy="5288814"/>
            </a:xfrm>
            <a:custGeom>
              <a:rect b="b" l="l" r="r" t="t"/>
              <a:pathLst>
                <a:path extrusionOk="0" h="5288814" w="2547228">
                  <a:moveTo>
                    <a:pt x="44827" y="0"/>
                  </a:moveTo>
                  <a:lnTo>
                    <a:pt x="2502401" y="0"/>
                  </a:lnTo>
                  <a:cubicBezTo>
                    <a:pt x="2527158" y="0"/>
                    <a:pt x="2547228" y="20070"/>
                    <a:pt x="2547228" y="44827"/>
                  </a:cubicBezTo>
                  <a:lnTo>
                    <a:pt x="2547228" y="5243987"/>
                  </a:lnTo>
                  <a:cubicBezTo>
                    <a:pt x="2547228" y="5255875"/>
                    <a:pt x="2542505" y="5267277"/>
                    <a:pt x="2534098" y="5275684"/>
                  </a:cubicBezTo>
                  <a:cubicBezTo>
                    <a:pt x="2525692" y="5284091"/>
                    <a:pt x="2514290" y="5288814"/>
                    <a:pt x="2502401" y="5288814"/>
                  </a:cubicBezTo>
                  <a:lnTo>
                    <a:pt x="44827" y="5288814"/>
                  </a:lnTo>
                  <a:cubicBezTo>
                    <a:pt x="32938" y="5288814"/>
                    <a:pt x="21536" y="5284091"/>
                    <a:pt x="13130" y="5275684"/>
                  </a:cubicBezTo>
                  <a:cubicBezTo>
                    <a:pt x="4723" y="5267277"/>
                    <a:pt x="0" y="5255875"/>
                    <a:pt x="0" y="5243987"/>
                  </a:cubicBezTo>
                  <a:lnTo>
                    <a:pt x="0" y="44827"/>
                  </a:lnTo>
                  <a:cubicBezTo>
                    <a:pt x="0" y="20070"/>
                    <a:pt x="20070" y="0"/>
                    <a:pt x="44827" y="0"/>
                  </a:cubicBezTo>
                  <a:close/>
                </a:path>
              </a:pathLst>
            </a:custGeom>
            <a:gradFill>
              <a:gsLst>
                <a:gs pos="0">
                  <a:srgbClr val="5C3BFF"/>
                </a:gs>
                <a:gs pos="100000">
                  <a:srgbClr val="B664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g3ae4c7d7629_0_81"/>
            <p:cNvSpPr txBox="1"/>
            <p:nvPr/>
          </p:nvSpPr>
          <p:spPr>
            <a:xfrm>
              <a:off x="0" y="-38100"/>
              <a:ext cx="2547300" cy="53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1" name="Google Shape;171;g3ae4c7d7629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00833"/>
            <a:ext cx="6781817" cy="117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ae4c7d7629_0_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87600" y="355127"/>
            <a:ext cx="5170072" cy="3432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ae4c7d7629_0_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94939" y="8975418"/>
            <a:ext cx="1385321" cy="904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044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e4c7d7629_0_93"/>
          <p:cNvSpPr/>
          <p:nvPr/>
        </p:nvSpPr>
        <p:spPr>
          <a:xfrm>
            <a:off x="10125273" y="-4197855"/>
            <a:ext cx="9706877" cy="10188516"/>
          </a:xfrm>
          <a:custGeom>
            <a:rect b="b" l="l" r="r" t="t"/>
            <a:pathLst>
              <a:path extrusionOk="0" h="10188516" w="9706877">
                <a:moveTo>
                  <a:pt x="0" y="0"/>
                </a:moveTo>
                <a:lnTo>
                  <a:pt x="9706878" y="0"/>
                </a:lnTo>
                <a:lnTo>
                  <a:pt x="9706878" y="10188516"/>
                </a:lnTo>
                <a:lnTo>
                  <a:pt x="0" y="10188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79" name="Google Shape;179;g3ae4c7d7629_0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233" y="916614"/>
            <a:ext cx="6781817" cy="117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ae4c7d7629_0_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91833" y="9096137"/>
            <a:ext cx="1479189" cy="965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ae4c7d7629_0_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87600" y="355127"/>
            <a:ext cx="5170072" cy="3432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0440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e4c7d7629_0_221"/>
          <p:cNvSpPr/>
          <p:nvPr/>
        </p:nvSpPr>
        <p:spPr>
          <a:xfrm>
            <a:off x="10125273" y="-4197855"/>
            <a:ext cx="9706877" cy="10188516"/>
          </a:xfrm>
          <a:custGeom>
            <a:rect b="b" l="l" r="r" t="t"/>
            <a:pathLst>
              <a:path extrusionOk="0" h="10188516" w="9706877">
                <a:moveTo>
                  <a:pt x="0" y="0"/>
                </a:moveTo>
                <a:lnTo>
                  <a:pt x="9706878" y="0"/>
                </a:lnTo>
                <a:lnTo>
                  <a:pt x="9706878" y="10188516"/>
                </a:lnTo>
                <a:lnTo>
                  <a:pt x="0" y="10188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7" name="Google Shape;187;g3ae4c7d7629_0_2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233" y="916614"/>
            <a:ext cx="6781817" cy="117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ae4c7d7629_0_2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91833" y="9096137"/>
            <a:ext cx="1479189" cy="965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ae4c7d7629_0_2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87600" y="355127"/>
            <a:ext cx="5170072" cy="3432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C3BFF"/>
            </a:gs>
            <a:gs pos="100000">
              <a:srgbClr val="B664F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/>
          <p:nvPr/>
        </p:nvSpPr>
        <p:spPr>
          <a:xfrm>
            <a:off x="-340288" y="0"/>
            <a:ext cx="10305738" cy="10287000"/>
          </a:xfrm>
          <a:custGeom>
            <a:rect b="b" l="l" r="r" t="t"/>
            <a:pathLst>
              <a:path extrusionOk="0" h="10287000" w="10305738">
                <a:moveTo>
                  <a:pt x="0" y="0"/>
                </a:moveTo>
                <a:lnTo>
                  <a:pt x="10305738" y="0"/>
                </a:lnTo>
                <a:lnTo>
                  <a:pt x="103057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95" name="Google Shape;1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600" y="900833"/>
            <a:ext cx="6781814" cy="117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87600" y="355127"/>
            <a:ext cx="5170073" cy="3432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394939" y="8975418"/>
            <a:ext cx="1385321" cy="904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"/>
          <p:cNvSpPr txBox="1"/>
          <p:nvPr/>
        </p:nvSpPr>
        <p:spPr>
          <a:xfrm>
            <a:off x="4065597" y="3891885"/>
            <a:ext cx="5848350" cy="2023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8"/>
              <a:buFont typeface="Arial"/>
              <a:buNone/>
            </a:pPr>
            <a:r>
              <a:rPr b="1" i="0" lang="en-US" sz="14678" u="none" cap="none" strike="noStrike">
                <a:solidFill>
                  <a:srgbClr val="FFFFFF"/>
                </a:solidFill>
                <a:latin typeface="Raleway Black"/>
                <a:ea typeface="Raleway Black"/>
                <a:cs typeface="Raleway Black"/>
                <a:sym typeface="Raleway Black"/>
              </a:rPr>
              <a:t>Thank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9913947" y="3891885"/>
            <a:ext cx="4972189" cy="2023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8"/>
              <a:buFont typeface="Arial"/>
              <a:buNone/>
            </a:pPr>
            <a:r>
              <a:rPr b="1" i="0" lang="en-US" sz="14678" u="none" cap="none" strike="noStrike">
                <a:solidFill>
                  <a:srgbClr val="0F243E"/>
                </a:solidFill>
                <a:latin typeface="Raleway"/>
                <a:ea typeface="Raleway"/>
                <a:cs typeface="Raleway"/>
                <a:sym typeface="Raleway"/>
              </a:rPr>
              <a:t>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267200" y="5792816"/>
            <a:ext cx="9144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Websites: https://onedev.club | https://codeafrica.io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Community: Twitter: @_one_dev | Linktr.ee: @one_dev</a:t>
            </a:r>
            <a:endParaRPr b="1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LinkedIn: One Dev | Discord: OneDev Academy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Telegram: @memoiafrica | Instagram: @onedev_africa</a:t>
            </a:r>
            <a:endParaRPr b="1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WhatsApp: One Dev | TikTok: @Onedev_Africa</a:t>
            </a:r>
            <a:endParaRPr b="1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Email: info@onedev.club | info@codeafrica.io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E044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hp</dc:creator>
</cp:coreProperties>
</file>